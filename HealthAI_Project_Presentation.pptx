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100" b="1">
                <a:solidFill>
                  <a:srgbClr val="0D9488"/>
                </a:solidFill>
                <a:latin typeface="Calibri"/>
              </a:defRPr>
            </a:pPr>
            <a:r>
              <a:t>MAJOR PROJECT PRESENTATION</a:t>
            </a:r>
          </a:p>
          <a:p>
            <a:pPr>
              <a:spcAft>
                <a:spcPts val="600"/>
              </a:spcAft>
              <a:defRPr sz="5400" b="1">
                <a:solidFill>
                  <a:srgbClr val="0D9488"/>
                </a:solidFill>
                <a:latin typeface="Calibri"/>
              </a:defRPr>
            </a:pPr>
            <a:r>
              <a:t>HealthAI</a:t>
            </a:r>
          </a:p>
          <a:p>
            <a:pPr>
              <a:spcAft>
                <a:spcPts val="2400"/>
              </a:spcAft>
              <a:defRPr sz="2000" b="1">
                <a:solidFill>
                  <a:srgbClr val="0F172A"/>
                </a:solidFill>
                <a:latin typeface="Calibri"/>
              </a:defRPr>
            </a:pPr>
            <a:r>
              <a:t>AI Based Disease Detection and Smart Appointment Booking System</a:t>
            </a:r>
          </a:p>
          <a:p>
            <a:pPr>
              <a:spcAft>
                <a:spcPts val="3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React.js  |  Node.js (Express)  |  FastAPI  |  MongoDB Atlas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DEVELOPED BY:</a:t>
            </a:r>
            <a:br/>
            <a:r>
              <a:t>Shubham Thakor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0" y="914400"/>
            <a:ext cx="52120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0" y="914400"/>
            <a:ext cx="73152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82512" y="10515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What is HealthAI?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2512" y="1417320"/>
            <a:ext cx="4983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AI-powered diagnostic system matching symptoms to diseases.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Recommends targeted specialists based on classification models.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Features real-time clinic queuing updates and booking dashboards.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743200"/>
            <a:ext cx="52120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2743200"/>
            <a:ext cx="73152" cy="1645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28803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The Healthcare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3246120"/>
            <a:ext cx="4983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Patients routinely select incorrect medical specialists, delaying care.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Lack of active estimated waiting times leads to crowded clinic rooms.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Manual appointment scheduling processes lack transparent scheduling.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72000"/>
            <a:ext cx="52120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4572000"/>
            <a:ext cx="73152" cy="1645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7091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Our Proposed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5074920"/>
            <a:ext cx="4983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Groq Cloud NLP symptom translation across three language sets.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Asynchronous FastAPI Random Forest classifier diagnostic evaluations.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Socket.IO queue synchronization tracking checkup times dynamically.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CORE PLATFORM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Comprehensive Project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830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AI Disease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4884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Scikit-Learn Random Forest Classifier inference.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Categorical symptom vector evaluation.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Translates user dialogue context via Groq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73152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7830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Doctor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14884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Specialist matching from predicted illness keys.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Availability filtering based on scheduled days.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City-based query index maps across Gujarat.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645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645920"/>
            <a:ext cx="73152" cy="2011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2" y="17830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Dynamic Queue Scheduler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2" y="214884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Wait-time formula: Remaining patients * consultation time.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Establishes shift start and end schedules.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Prevents manual booking slot reservation blockages.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73152" cy="2011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0690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Socket.IO Synchronization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43484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Real-time event streams mapping patient dashboard counters.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Updates waiting list updates on doctor completion calls.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Synchronized checkup duration timer modifications.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931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931920"/>
            <a:ext cx="73152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40690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Shift Boundary Overflow Guard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443484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Validates expected queue completion timeline dynamically.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Automatically rejects bookings pushing past shift boundaries.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Suggests next-day booking blocks to avoid queues.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3931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3931920"/>
            <a:ext cx="73152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8432" y="40690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Enterprise Notifications &amp; 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2" y="443484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Nodemailer email dispatch on booking confirmations.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Leave manager updating clinic accessibility rules.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Admin panel providing CRUD and query monitor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ENTERPRISE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System Technology Stack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96312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4389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83080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Frontend UI / 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48840"/>
            <a:ext cx="2267712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React (Vite) - SPA rendering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Tailwind CSS - Adaptive styles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Axios - API client requests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Socket.IO Client - Live feeds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i18next - Interface translation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1645920"/>
            <a:ext cx="2496312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10712" y="1645920"/>
            <a:ext cx="73152" cy="4389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4" y="1783080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Backend API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148840"/>
            <a:ext cx="2267712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Node.js - High-throughput runtime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Express.js - REST service endpoints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JWT - Refresh/Access session tokens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bcryptjs - Hash credential storage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Helmet.js - Core headers security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1645920"/>
            <a:ext cx="2496312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9904" y="1645920"/>
            <a:ext cx="73152" cy="4389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783080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AI &amp; Machine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2148840"/>
            <a:ext cx="2267712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Python 3.10 - Scientific runtime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FastAPI - Asynchronous microservice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Scikit-Learn - Random Forest model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Groq Llama 3 - NLP translations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Pandas &amp; NumPy - Preprocessing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69096" y="1645920"/>
            <a:ext cx="2496312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69096" y="1645920"/>
            <a:ext cx="73152" cy="4389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3688" y="1783080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Database &amp;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2148840"/>
            <a:ext cx="2267712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MongoDB Atlas - Cloud database service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Mongoose - Document schema ODM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Nodemailer / Resend - SMTP emails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node-cron - Scheduled script runners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Git / GitHub - Repository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SYSTEM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Multi-Service Architecture Topology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377440" cy="100584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24028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Patient Portal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React.js (Vite), i18n Translate, Speech 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2377440" cy="100584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54864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224028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Doctor Console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React.js (Vite), Socket.IO calculations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389120"/>
            <a:ext cx="2377440" cy="100584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389120"/>
            <a:ext cx="54864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480560"/>
            <a:ext cx="224028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Admin Dashboard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React.js (Vite), Doctor Manager, stats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46120" y="2240280"/>
            <a:ext cx="457200" cy="18288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3246120" y="3520440"/>
            <a:ext cx="457200" cy="18288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3246120" y="4800600"/>
            <a:ext cx="457200" cy="18288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0" y="2651760"/>
            <a:ext cx="2926080" cy="192024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0" y="2651760"/>
            <a:ext cx="54864" cy="1920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2743200"/>
            <a:ext cx="278892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Central API Gateway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Node.js &amp; Express API Gateway</a:t>
            </a:r>
            <a:br/>
            <a:r>
              <a:t>• JWT Token validation &amp; RBAC</a:t>
            </a:r>
            <a:br/>
            <a:r>
              <a:t>• Real-time waiting calculation engine</a:t>
            </a:r>
            <a:br/>
            <a:r>
              <a:t>• Nodemailer triggers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03720" y="2148840"/>
            <a:ext cx="457200" cy="18288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6903720" y="3520440"/>
            <a:ext cx="457200" cy="18288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6903720" y="4892040"/>
            <a:ext cx="457200" cy="18288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1645920"/>
            <a:ext cx="3931920" cy="109728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1645920"/>
            <a:ext cx="54864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19" y="1737360"/>
            <a:ext cx="379476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Database (MongoDB Atlas)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Stores documents for Auth, user metadata, doctor profile shift rules, leaves, queue list booking states.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3017520"/>
            <a:ext cx="3931920" cy="109728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3017520"/>
            <a:ext cx="54864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19" y="3108960"/>
            <a:ext cx="379476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AI Services (Groq Llama 3 &amp; Gemini)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Intent extraction, conversational replies context formulation, multilingual translation.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4389120"/>
            <a:ext cx="3931920" cy="109728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79" y="4389120"/>
            <a:ext cx="54864" cy="1097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19" y="4480560"/>
            <a:ext cx="379476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FastAPI Microservice (Scikit-Learn)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Python prediction API wrapping pre-trained Random Forest model running categorical feature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Central Backend Services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975104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73152" cy="4114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1. Handshake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31720"/>
            <a:ext cx="174650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Public login &amp; registration route handlers.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Validates input sanitization metrics.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Access and Refresh tokens setup.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HttpOnly secure cookie configuration.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9504" y="1828800"/>
            <a:ext cx="1975104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9504" y="1828800"/>
            <a:ext cx="73152" cy="4114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4096" y="1965960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2. Route Guarding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2331720"/>
            <a:ext cx="174650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Strict RBAC controller gates.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Decodes JWT authentication payloads.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Blocks out unauthorized role scopes.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Applies DDoS request rate limiters.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8" y="1828800"/>
            <a:ext cx="1975104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47488" y="1828800"/>
            <a:ext cx="73152" cy="411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965960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3. Service Dispatch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331720"/>
            <a:ext cx="174650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Runs Groq symptom translator.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Queries FastAPI ML disease predictions.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Executes doctor location lookups.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Validates dates constraint checks.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5472" y="1828800"/>
            <a:ext cx="1975104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05472" y="1828800"/>
            <a:ext cx="73152" cy="411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0064" y="1965960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4. Socket.IO 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0064" y="2331720"/>
            <a:ext cx="174650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Initializes client socket connections.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Allocates room joins based on Doctor IDs.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Pushes real-time wait recalculations.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Triggers active consult room alerts.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63456" y="1828800"/>
            <a:ext cx="1975104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63456" y="1828800"/>
            <a:ext cx="73152" cy="4114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8048" y="1965960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5. Notification Mailer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2331720"/>
            <a:ext cx="1746504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Fires transactional booking alerts.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Configures custom HTML receipt layout.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Runs node-cron leave resets.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Logs API server errors to console.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MACHINE LEARNING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Machine Learning Diagnostic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93776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4864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45720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1. Dataset Selection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Parsed a database containing 132 binary categorical clinical symptoms.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493776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54864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45720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2. Data Processing &amp; Vectorization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Processed sparse arrays using Pandas/NumPy, filtering duplicate inputs.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493776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474720"/>
            <a:ext cx="54864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47872"/>
            <a:ext cx="45720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3. Model Ensemble Fitting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Trained Scikit-Learn Random Forest Classifier with multiclass outcomes.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493776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54864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62272"/>
            <a:ext cx="45720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4. Serializing (Joblib)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Compressed fitted weight matrices to binary payloads for instant server load.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493776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303520"/>
            <a:ext cx="54864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76672"/>
            <a:ext cx="45720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5. FastAPI Inference Service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Asynchronous endpoints hosting predictive models, responding in under 10ms.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521208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645920"/>
            <a:ext cx="73152" cy="4434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17830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Why Scikit-Learn Random Forest Classifier?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148840"/>
            <a:ext cx="498348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Ensemble Architecture: Aggregates multiple decision trees to maintain robust generalization across sparse datasets.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High Dimensional Generalization: Excelled at handling 132-dimension categorical feature arrays without overfitting.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Deterministic Confidence Scores: Generates probability distributions (predict_proba) helping system filter diagnosis trust limits.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Sub-10ms Server Latency: Ultra-light weight footprints make FastAPI inference highly compatible with interactive APIs.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AI ASSISTANT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Intelligent AI Agent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4937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4864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45720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User Input Message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Patient asks query: 'Book cardiologist appointment in Anand tomorrow'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4937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743200"/>
            <a:ext cx="54864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45720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Intent Detection (Gemini API)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Decodes query to match intent 'appointment_booking' and extracts variables.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4937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54864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13632"/>
            <a:ext cx="45720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Secure API Action Layer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Node.js translates intent parameters and makes internal query checks.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937760"/>
            <a:ext cx="4937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937760"/>
            <a:ext cx="54864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10912"/>
            <a:ext cx="45720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Database Execution &amp; Formatter</a:t>
            </a:r>
          </a:p>
          <a:p>
            <a:pPr>
              <a:spcBef>
                <a:spcPts val="3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Performs doctor lookups, books the queue, and writes response context.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645920"/>
            <a:ext cx="73152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17830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Multilingual Symptom Extraction (Groq)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148840"/>
            <a:ext cx="4983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Integrates Groq Llama-3-70B to parse conversational text from multilingual patients.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Translates medical inputs in Hindi and Gujarati to clinical English symptom arrays.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Guarantees language parity so localized input matches standard binary models.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931920"/>
            <a:ext cx="521208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931920"/>
            <a:ext cx="73152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40690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Intent Parsing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434840"/>
            <a:ext cx="49834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User Input: 'મને તાવ છે (I have fever)'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Intent Extracted: 'symptom_analysis'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Extracted Entity: { symptoms: ['fever'], lang: 'gu' }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Result: System translates symptom, runs Random Forest predict, maps matching General Physicians in the local city, and outputs card recommendations.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DATABASE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MongoDB Atlas Schema Configurations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93776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4864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4572000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Users Schema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Unified collection tracking authentication. Models credentials, security details, and distinct role assignments ('patient' | 'doctor').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493776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54864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18688"/>
            <a:ext cx="4572000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Doctors Schema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Contains profile metrics: specializations, hospital location, city indexes, consultation fee rates, shift limits, and calendar availability.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493776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572000"/>
            <a:ext cx="54864" cy="1280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81728"/>
            <a:ext cx="4572000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Appointments Schema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Tracks operational state: Mongoose ObjectId refs linking Patients and Doctors. Holds status history, wait calculations, and prescription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521208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73152" cy="4206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7830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Operational Database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148840"/>
            <a:ext cx="49834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Schema Normalization: Relational links configured using Mongoose references rather than large nested embeds to preserve indexing speed.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Indexing Strategy: Active database indices created on { email: 1 }, { specialization: 1 }, and { city: 1 } to keep discovery routes under 100ms.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Prescription Models: Structured array fields mapping dosage intervals ('1-0-1') and instructions directly within the Appointment record.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Doctor Leaves: Isolated collection storing doctor leaves to prevent scheduling conflicts during calendar searches.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Project Roadmap &amp; Scalability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830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Voice Assistant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4884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Direct speech-to-speech assistant.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Allows scheduling dial-ins.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Improves accessibility for users.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73152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7830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Medical Image Diagnostics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14884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Integrating CNN models.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Scans MRI/X-Ray image files.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Identifies anomalies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645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645920"/>
            <a:ext cx="73152" cy="2011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2" y="17830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OCR Prescription Scanner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2" y="214884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Extracts physical handwriting text.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Saves paper charts to MongoDB.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Builds instant prescriptions.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73152" cy="2011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0690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RAG Health Knowledge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43484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LLM queries clinical books.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Provides authenticated insights.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Ensures safe clinical referencing.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931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931920"/>
            <a:ext cx="73152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40690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WebRTC Video Telemedicine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443484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Virtual consulting dashboards.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Prescription sharing during calls.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Live browser consultation rooms.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3931920"/>
            <a:ext cx="329184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3931920"/>
            <a:ext cx="73152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8432" y="40690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Wearable Device IoT Sync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2" y="4434840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Pulls smartwatch vitals.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Monitors heart rates automatically.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Alerts doctors on abnormal vitals.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PROJECT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Platform Summary &amp; Future Outlook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93776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4389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8308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Core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48840"/>
            <a:ext cx="470916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Successfully engineered a production-grade Web Portal integrating Machine Learning diagnostics and clinical NLP extraction.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Developed an automated real-time Smart Queue Engine using wait-time formulas to resolve waiting line congestion.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Hardened the multi-role gateway with secure Double-Token JWT rotation, Helmet.js headers, and API rate limiters.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Enabled multilingual patient services in English, Hindi, and Gujarati, integrating Browser Web Speech APIs.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•  Delivered professional developer workspaces contextually tracking appointments, schedules, and leaves.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  <a:p>
            <a:pPr algn="ctr">
              <a:spcBef>
                <a:spcPts val="8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  <a:p>
            <a:br/>
            <a:pPr algn="ctr">
              <a:spcBef>
                <a:spcPts val="2000"/>
              </a:spcBef>
              <a:defRPr sz="1300">
                <a:solidFill>
                  <a:srgbClr val="F8FAFC"/>
                </a:solidFill>
                <a:latin typeface="Calibri"/>
              </a:defRPr>
            </a:pPr>
            <a:r>
              <a:t>Major Project Presentation</a:t>
            </a:r>
            <a:br/>
            <a:r>
              <a:t>HealthAI Platform —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